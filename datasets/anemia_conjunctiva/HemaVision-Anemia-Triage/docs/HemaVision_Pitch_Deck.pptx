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 — UNICORN TRACK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HemaVision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40080" y="37490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anemia triage assistant that tells you when to trust its own prediction — not just what the prediction is.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Asif  |  BS Artificial Intelligence, Islamia University of Bahawalpur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Anemia is common, and the diagnostic gap is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1.62B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anemia worldwide (WHO)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155448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8056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 women &amp; children under 5, Pakistan (National Nutrition Survey)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8388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equipment needed for conjunctival pallor screening — but manual checks are inconsistent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diagnosis needs venipuncture, trained staff, and lab infrastructure — often unavailable in rural, resource-limited settings.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1208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5166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palpebral conjunctiva (inner lower eyelid) is a clinically recognized, non-invasive screening site — highly vascular, no skin pigmentation to obscure pallor.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AI screening demos stop at a single number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7FA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</a:rPr>
              <a:t>A TYPICAL TOOL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"Anemic — 74% confidence"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score, presented as certain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for when the model itself is unsure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tone of confidence whether the input is textbook-clean or borderline out-of-distribution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4630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6F5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90"/>
                </a:solidFill>
              </a:rPr>
              <a:t>HEMAVISION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"Anemic — 74%, but model uncertainty is HIGH: recommend repeat test"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prediction, plus a calibrated confidence signal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30-pass Monte Carlo Dropout exposes when the model itself is unsure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flags unreliable results — instead of hiding the uncertainty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guess — it's grounded in our own benchmarking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6459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0F4B52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920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62.5% ± 8.1%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05840" y="29260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B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MobileNetV2's 5-fold cross-validation accuracy on conjunctival pallor images, from our own peer-reviewed comparative study (submitted 2026)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05840" y="42976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single-split test can show 72.5% — up to 10 points higher than what cross-validation reveals.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with that finding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25603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Fold-to-fold variance this high means a single confidence score can mislead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Monte Carlo Dropout into the same architecture to expose that variance per-prediction, in real time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screening tool that knows when to say "I'm not sure" — instead of a model that is confidently wrong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2240280"/>
            <a:ext cx="731520" cy="73152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3865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Conjunctiva image + optional symptoms, age, gender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2968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&gt;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2240280"/>
            <a:ext cx="731520" cy="73152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386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MC Dropout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6616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runs 30 stochastic passes → prediction + uncertainty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007608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&gt;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5180" y="2240280"/>
            <a:ext cx="731520" cy="73152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238658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Reasoning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0080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 (Fireworks AI / AMD MI300X) interprets the result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842248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&gt;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89820" y="2240280"/>
            <a:ext cx="731520" cy="73152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238658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Triage Report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23544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level, tests, nutrition advice, referral urgency — with an uncertainty warning when needed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5486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end-to-end in a live, hosted Hugging Face Space — not a slide mockup.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uncertainty flag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our live demo, on a full-face phone photo the model was never trained on: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4748B"/>
                </a:solidFill>
              </a:rPr>
              <a:t>TRIAGE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 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  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(std):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CEE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461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2278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uncertainty is HIGH for this image — a repeat test or clinical exam is recommended regardless of risk level.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suggests a moderate chance of anemia (about 62% probability). However, the model is uncertain about this result, so a repeat test or a doctor's exam is advised even though the risk tier is moderate.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tests: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CBC, Ferritin     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urgency: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172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outcome we designed for: instead of a confidently wrong answer on an unfamiliar input, the system tells the user to seek a second opinion.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AMD infrastructure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94360" cy="59436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865376"/>
            <a:ext cx="338328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099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206240" y="170992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(transfer learning) + Monte Carlo Dropout, TensorFlow/Keras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94360" cy="59436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82549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6700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layer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06240" y="267004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gpt-oss-20b, served via Fireworks AI's managed inference API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594360" cy="59436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78561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6301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206240" y="363016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Instinct MI300X GPUs (via Fireworks' managed endpoint)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594360" cy="594360"/>
          </a:xfrm>
          <a:prstGeom prst="ellipse">
            <a:avLst/>
          </a:prstGeom>
          <a:solidFill>
            <a:srgbClr val="E6F5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74573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5902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frontend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206240" y="459028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Gradio, deployed on Hugging Face Spaces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3A3F"/>
          </a:solidFill>
          <a:ln/>
        </p:spPr>
      </p:sp>
      <p:sp>
        <p:nvSpPr>
          <p:cNvPr id="20" name="Text 14"/>
          <p:cNvSpPr/>
          <p:nvPr/>
        </p:nvSpPr>
        <p:spPr>
          <a:xfrm>
            <a:off x="914400" y="5669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satisfies the AMD compute requirement: Fireworks' managed API is listed alongside AMD Developer Cloud in the official hackathon description — both routes run inference on AMD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— and isn't —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A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right 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aid, not a diagnostic device — never a replacement for lab hemoglobin testing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threshold calibrated on a small validation sample; needs a larger dataset before real deployment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cropped conjunctiva images — full-face photos need a cropping step we haven't automated yet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model accuracy (~62-74%) leaves real room for error, which is exactly why the uncertainty layer exists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6F5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conjunctiva detection/cropping so any phone photo works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validation set to recalibrate the uncertainty threshold with confidence intervals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imaging as a second screening site, for cross-site validation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binary classification toward continuous hemoglobin estimation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HemaVision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AI doesn't just predict — it knows what it doesn't know.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33832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F4B5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7947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huggingface.co/spaces/AminahAsif/HemaVision-Anemia-Triage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645920" y="4297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github.com/AminahAsif/HemaVision-Anemia-Triage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Asif  |  BS Artificial Intelligence, Islamia University of Bahawalpur  |  AMD Developer Hackathon: ACT II — Unicorn Track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HemaVision — Uncertainty-Aware Anemia Triage</dc:title>
  <dc:subject>PptxGenJS Presentation</dc:subject>
  <dc:creator>Amina Asif</dc:creator>
  <cp:lastModifiedBy>Amina Asif</cp:lastModifiedBy>
  <cp:revision>1</cp:revision>
  <dcterms:created xsi:type="dcterms:W3CDTF">2026-07-07T09:44:14Z</dcterms:created>
  <dcterms:modified xsi:type="dcterms:W3CDTF">2026-07-07T09:44:14Z</dcterms:modified>
</cp:coreProperties>
</file>